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Solution: From SEC EDGAR to Analytical Answers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near-production-ready pipeline you can reuse, expand, and automate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554480" cy="2286000"/>
          </a:xfrm>
          <a:prstGeom prst="rect">
            <a:avLst/>
          </a:prstGeom>
          <a:solidFill>
            <a:srgbClr val="252B48"/>
          </a:solidFill>
          <a:ln w="12700">
            <a:solidFill>
              <a:srgbClr val="3B447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463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EDGAR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2651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HTTPS feed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filing archives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920240" y="2423160"/>
            <a:ext cx="18288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03120" y="1280160"/>
            <a:ext cx="1554480" cy="2286000"/>
          </a:xfrm>
          <a:prstGeom prst="rect">
            <a:avLst/>
          </a:prstGeom>
          <a:solidFill>
            <a:srgbClr val="252B48"/>
          </a:solidFill>
          <a:ln w="12700">
            <a:solidFill>
              <a:srgbClr val="3B447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0" y="14630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103120" y="2651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Access Integration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+ SIC mapping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57600" y="2423160"/>
            <a:ext cx="18288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840480" y="1280160"/>
            <a:ext cx="1554480" cy="2286000"/>
          </a:xfrm>
          <a:prstGeom prst="rect">
            <a:avLst/>
          </a:prstGeom>
          <a:solidFill>
            <a:srgbClr val="252B48"/>
          </a:solidFill>
          <a:ln w="12700">
            <a:solidFill>
              <a:srgbClr val="3B447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4630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4048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840480" y="2651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Section-aware chunking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signal extraction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394960" y="2423160"/>
            <a:ext cx="18288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77840" y="1280160"/>
            <a:ext cx="1554480" cy="2286000"/>
          </a:xfrm>
          <a:prstGeom prst="rect">
            <a:avLst/>
          </a:prstGeom>
          <a:solidFill>
            <a:srgbClr val="252B48"/>
          </a:solidFill>
          <a:ln w="12700">
            <a:solidFill>
              <a:srgbClr val="3B447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14630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Semantic View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577840" y="2651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Multi-index search 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SQL-ready analytics layer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132320" y="2423160"/>
            <a:ext cx="18288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15200" y="1280160"/>
            <a:ext cx="1554480" cy="2286000"/>
          </a:xfrm>
          <a:prstGeom prst="rect">
            <a:avLst/>
          </a:prstGeom>
          <a:solidFill>
            <a:srgbClr val="252B48"/>
          </a:solidFill>
          <a:ln w="12700">
            <a:solidFill>
              <a:srgbClr val="3B447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0" y="146304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1965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CoWork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315200" y="26517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AI_FILTER + AI_EXTRACT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AI_AGG + 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in CoWork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12700">
            <a:solidFill>
              <a:srgbClr val="3B4470"/>
            </a:solidFill>
            <a:prstDash val="dash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2336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229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A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Capabilities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457200" y="4389120"/>
            <a:ext cx="2743200" cy="685800"/>
          </a:xfrm>
          <a:prstGeom prst="rect">
            <a:avLst/>
          </a:prstGeom>
          <a:solidFill>
            <a:srgbClr val="1E2744"/>
          </a:solidFill>
          <a:ln w="12700">
            <a:solidFill>
              <a:srgbClr val="6B7394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59436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Depth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4360" y="4681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 date range to ingest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weeks, months, or a full year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3337560" y="4389120"/>
            <a:ext cx="2743200" cy="685800"/>
          </a:xfrm>
          <a:prstGeom prst="rect">
            <a:avLst/>
          </a:prstGeom>
          <a:solidFill>
            <a:srgbClr val="1E2744"/>
          </a:solidFill>
          <a:ln w="12700">
            <a:solidFill>
              <a:srgbClr val="6B7394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347472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Backfills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3474720" y="4681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Snowflake Tasks with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non-overlapping date ranges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6217920" y="4389120"/>
            <a:ext cx="2743200" cy="685800"/>
          </a:xfrm>
          <a:prstGeom prst="rect">
            <a:avLst/>
          </a:prstGeom>
          <a:solidFill>
            <a:srgbClr val="1E2744"/>
          </a:solidFill>
          <a:ln w="12700">
            <a:solidFill>
              <a:srgbClr val="6B7394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355080" y="4434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Ingestion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355080" y="4681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CRON Task auto-ingests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filings hands-free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 Filing Analytical Search - End-to-End Solution</dc:title>
  <dc:subject>PptxGenJS Presentation</dc:subject>
  <dc:creator>Piotr Paczewski</dc:creator>
  <cp:lastModifiedBy>Piotr Paczewski</cp:lastModifiedBy>
  <cp:revision>1</cp:revision>
  <dcterms:created xsi:type="dcterms:W3CDTF">2026-08-10T08:42:32Z</dcterms:created>
  <dcterms:modified xsi:type="dcterms:W3CDTF">2026-08-10T08:42:32Z</dcterms:modified>
</cp:coreProperties>
</file>